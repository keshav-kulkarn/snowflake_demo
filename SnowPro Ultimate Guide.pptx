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13A5-D900-3AC1-485A-E7E277FCE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42B58-3A2A-21BF-5231-47762050D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1148C-9ED5-EBFE-3352-76E2C67D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D919-9CAB-A22C-56D5-8F4CA901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648B0-C7C5-ACDA-7FD1-39467BF4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23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1B06-E3CE-7698-8A3F-197F38CC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0A2C-0386-B48B-1A1D-E3245F439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750E-51EB-B373-488F-1569F1E5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418CC-F18C-5511-F1CE-B07A5ADE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78EB-8D2F-B963-731A-1524FB01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49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3588-13DC-BC1F-0061-FA8C08D5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CB712-7F99-E271-17FD-DCDC060F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AE84B-5830-17EC-162D-58AEADA0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A4353-146E-0CBA-A9EB-4A36E9A0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0592-CE1D-D077-2CA9-8C85E9AD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40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A26E-D60A-DA31-68DC-EB06B51A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B7B09-608F-0052-5DCA-BE5204035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8C66D-2E35-56A3-A4A1-3FE8365B5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359CB-C60E-3D51-3A35-7D8C729C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CFA83-7E86-A446-B63B-7E2C6072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718C1-32E7-512E-6151-C54AE6C8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129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A5A8-F608-AE93-7B75-DB7E9EEE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2DF6F-8636-E1B3-E82A-4960DB1CE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B34C9-AFD5-7D48-4D0B-AC77388F1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D1673-6163-6DF6-5960-92975C070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7FE90-77F2-C6F4-8130-9744C084D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564C8-85FE-CE97-E11F-F42BAD60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3AB2D-2E57-DEB2-12DE-461131B3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E757A-C442-42B6-A77C-32F95518B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7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1D48-4E3B-B18B-11D2-97CDA91B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DD8B2-4A03-29B0-A7DE-C9D5001A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41554-7FFA-63DA-DFDA-3D57C0ED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BA37F-1F87-0D18-D1C0-5C5D8FD4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94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75FDB-5938-E87D-5F7E-35CA1E03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4710E-9CC1-5414-A7CD-9DC0BD8A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6C128-D0B6-20EA-33B3-79B07049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0012-D61D-8025-373D-7AF43B43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FB28-5A41-8FA3-1CFA-EE2BD4862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FEE31-BF85-7D54-D354-BF6D675F6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EB151-AA16-C9B7-61F4-306DA54E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130C7-C6E5-A278-C82F-75F36CE3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BACBC-FEE2-7AAF-64FF-8F942207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91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170A-9DED-A22C-5586-639EB69F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CF204-56C8-12C5-BF23-3AF0A2C84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DADD4-5767-03C7-2301-6F415CEA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4A837-BF2C-528F-7642-5300A57B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8F3C5-4DDE-4642-4709-5BF74A09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36AEB-96BC-21B0-3A40-8235B125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50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3518-7AE3-0E3B-D899-20E14635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A7E3B-F4B1-62B8-9073-41BF7E115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336CC-1FDB-E610-5F40-F84AC87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F0DC3-E7EE-526E-2853-6A4017CA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7252-8146-69DD-0C0E-3089B49C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4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AAA04-E075-B05A-E8E0-D5AD797A8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4F1F8-D841-E4B4-208E-93F326F2F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E6A35-7814-0040-3381-A22040D9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90A6F-398C-0BC7-C0C7-5D1D283E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01F24-68B2-9C45-AB5C-FA85CDDC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34347-5F8B-13A0-DB12-465EC456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368A6-5996-9791-1B3F-AB9C948D4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13639-B909-487C-D960-A2581F282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1BB4D-B907-40DA-A177-610B3B31C56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6E6F2-2FDF-0258-88A6-D6F8AD3A0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A2D85-1D4A-0EBF-A751-3CA87EB3C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E21AE-B36D-4AF9-ABE5-A2038796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6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06901-DDE3-F674-2F1C-2A37E3DF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73" y="790594"/>
            <a:ext cx="9402487" cy="5068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A81C0600-9FED-0302-BDCF-81EE8A570C30}"/>
              </a:ext>
            </a:extLst>
          </p:cNvPr>
          <p:cNvSpPr/>
          <p:nvPr/>
        </p:nvSpPr>
        <p:spPr>
          <a:xfrm>
            <a:off x="1848465" y="3038168"/>
            <a:ext cx="934064" cy="1966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B7E63AA-C882-ABBC-B3D1-0F48D5603AC4}"/>
              </a:ext>
            </a:extLst>
          </p:cNvPr>
          <p:cNvSpPr/>
          <p:nvPr/>
        </p:nvSpPr>
        <p:spPr>
          <a:xfrm>
            <a:off x="1848465" y="3597312"/>
            <a:ext cx="934064" cy="1966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B1014B0-2716-F4D8-24D1-17E6BACDFE8A}"/>
              </a:ext>
            </a:extLst>
          </p:cNvPr>
          <p:cNvSpPr/>
          <p:nvPr/>
        </p:nvSpPr>
        <p:spPr>
          <a:xfrm>
            <a:off x="1848465" y="4629633"/>
            <a:ext cx="934064" cy="1966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B5C3483-07D3-4DE9-255D-638C96A6C3D1}"/>
              </a:ext>
            </a:extLst>
          </p:cNvPr>
          <p:cNvSpPr/>
          <p:nvPr/>
        </p:nvSpPr>
        <p:spPr>
          <a:xfrm>
            <a:off x="1689813" y="2884455"/>
            <a:ext cx="58993" cy="21336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1A770-7CBE-E972-990A-1DCBEDDBDF28}"/>
              </a:ext>
            </a:extLst>
          </p:cNvPr>
          <p:cNvSpPr txBox="1"/>
          <p:nvPr/>
        </p:nvSpPr>
        <p:spPr>
          <a:xfrm>
            <a:off x="264150" y="3597312"/>
            <a:ext cx="13260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~71%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10742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BCA3A-D64B-A025-EB18-2DEAEDB60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561"/>
            <a:ext cx="6392167" cy="5639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E29697-7F3E-688C-212E-EDBF97B4C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100" y="285529"/>
            <a:ext cx="5550094" cy="615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1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BC3E1-48FE-E792-8BE6-4EE4B335C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3"/>
          <a:stretch>
            <a:fillRect/>
          </a:stretch>
        </p:blipFill>
        <p:spPr>
          <a:xfrm>
            <a:off x="0" y="0"/>
            <a:ext cx="469981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1274A3-1C36-0984-ED49-08CC672FC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832" y="0"/>
            <a:ext cx="7492181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4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410F2-9B8D-4667-D6FD-62711EB25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37" y="0"/>
            <a:ext cx="10781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2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A7A357-CE7D-1320-247D-B800C6A03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64" y="0"/>
            <a:ext cx="10548072" cy="675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C5CD3-AE9B-01F4-D479-290A38ACB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0" y="242443"/>
            <a:ext cx="995501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6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A5CF04-9C2E-4126-CBE8-3EE3E337E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2" y="137653"/>
            <a:ext cx="11927826" cy="657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29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7453B-5F2C-4EB3-1BCE-87CA70ECCCD8}"/>
              </a:ext>
            </a:extLst>
          </p:cNvPr>
          <p:cNvSpPr/>
          <p:nvPr/>
        </p:nvSpPr>
        <p:spPr>
          <a:xfrm>
            <a:off x="5078361" y="0"/>
            <a:ext cx="2035277" cy="324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The 'Negative' Rule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A26CE-31B8-A29E-C5D7-C81BFF05F752}"/>
              </a:ext>
            </a:extLst>
          </p:cNvPr>
          <p:cNvSpPr txBox="1"/>
          <p:nvPr/>
        </p:nvSpPr>
        <p:spPr>
          <a:xfrm>
            <a:off x="0" y="1410533"/>
            <a:ext cx="11985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 Question:</a:t>
            </a:r>
            <a:r>
              <a:rPr lang="en-US" dirty="0"/>
              <a:t> A data architect is looking to scale a virtual warehouse to handle a massive, complex JOIN operation involving billions of rows. Which of the following statements is </a:t>
            </a:r>
            <a:r>
              <a:rPr lang="en-US" b="1" dirty="0"/>
              <a:t>TRUE</a:t>
            </a:r>
            <a:r>
              <a:rPr lang="en-US" dirty="0"/>
              <a:t> regarding Snowflake’s concurrency and scaling?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69F35-5902-B798-6444-0492D7933D24}"/>
              </a:ext>
            </a:extLst>
          </p:cNvPr>
          <p:cNvSpPr txBox="1"/>
          <p:nvPr/>
        </p:nvSpPr>
        <p:spPr>
          <a:xfrm>
            <a:off x="-1" y="2056864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A. Snowflake requires a manual restart of the warehouse to change the size from Small to X-Large.</a:t>
            </a:r>
          </a:p>
          <a:p>
            <a:endParaRPr lang="en-IN" dirty="0"/>
          </a:p>
          <a:p>
            <a:r>
              <a:rPr lang="en-IN" dirty="0"/>
              <a:t>B. Multi-cluster warehouses can automatically scale out to handle increased concurrency without manual intervention.</a:t>
            </a:r>
          </a:p>
          <a:p>
            <a:endParaRPr lang="en-IN" dirty="0"/>
          </a:p>
          <a:p>
            <a:r>
              <a:rPr lang="en-IN" dirty="0"/>
              <a:t>C. Snowflake’s performance significantly degrades when more than 10 users query the same table simultaneously.</a:t>
            </a:r>
          </a:p>
          <a:p>
            <a:endParaRPr lang="en-IN" dirty="0"/>
          </a:p>
          <a:p>
            <a:r>
              <a:rPr lang="en-IN" dirty="0"/>
              <a:t>D. Data is physically moved between storage nodes every time a warehouse is resized, causing a temporary lock on the data.</a:t>
            </a:r>
          </a:p>
        </p:txBody>
      </p:sp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9F7CEF2B-F7A4-09E5-BC71-CF551CF3D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9084" y="2222089"/>
            <a:ext cx="572729" cy="572729"/>
          </a:xfrm>
          <a:prstGeom prst="rect">
            <a:avLst/>
          </a:prstGeom>
        </p:spPr>
      </p:pic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EF0506FA-2DA4-09A6-7748-3891489B4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9845" y="3338050"/>
            <a:ext cx="572729" cy="57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2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A550B-3D83-31E8-8747-16F818F3CF47}"/>
              </a:ext>
            </a:extLst>
          </p:cNvPr>
          <p:cNvSpPr txBox="1"/>
          <p:nvPr/>
        </p:nvSpPr>
        <p:spPr>
          <a:xfrm>
            <a:off x="0" y="870435"/>
            <a:ext cx="119166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Sample Example:</a:t>
            </a:r>
            <a:r>
              <a:rPr lang="en-US" dirty="0"/>
              <a:t> An administrator needs to ensure that a specific set of sensitive tables can only be queried by users in the </a:t>
            </a:r>
            <a:r>
              <a:rPr lang="en-US" dirty="0">
                <a:latin typeface="Courier New" panose="02070309020205020404" pitchFamily="49" charset="0"/>
              </a:rPr>
              <a:t>HR_FULL_ACCESS</a:t>
            </a:r>
            <a:r>
              <a:rPr lang="en-US" dirty="0"/>
              <a:t> role, regardless of which warehouse they are using. Which Snowflake feature should be used to satisfy this requirement?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A.</a:t>
            </a:r>
            <a:r>
              <a:rPr lang="en-US" dirty="0"/>
              <a:t> Multi-cluster Warehouses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B.</a:t>
            </a:r>
            <a:r>
              <a:rPr lang="en-US" dirty="0"/>
              <a:t> Object-level Access Control (RBAC)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C.</a:t>
            </a:r>
            <a:r>
              <a:rPr lang="en-US" dirty="0"/>
              <a:t> Search Optimization Service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D.</a:t>
            </a:r>
            <a:r>
              <a:rPr lang="en-US" dirty="0"/>
              <a:t> Resource Monitors</a:t>
            </a:r>
          </a:p>
        </p:txBody>
      </p:sp>
      <p:pic>
        <p:nvPicPr>
          <p:cNvPr id="4" name="Graphic 3" descr="Close with solid fill">
            <a:extLst>
              <a:ext uri="{FF2B5EF4-FFF2-40B4-BE49-F238E27FC236}">
                <a16:creationId xmlns:a16="http://schemas.microsoft.com/office/drawing/2014/main" id="{F2963615-078F-A041-03B1-C50477CA6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4258" y="3266766"/>
            <a:ext cx="572729" cy="572729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E750032F-6C8B-81F2-A27C-D0BAF15AA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432" y="3839495"/>
            <a:ext cx="572729" cy="572729"/>
          </a:xfrm>
          <a:prstGeom prst="rect">
            <a:avLst/>
          </a:prstGeom>
        </p:spPr>
      </p:pic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3C2D4A90-AFA1-81E8-B2E5-9B301BFCD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6161" y="2246777"/>
            <a:ext cx="572729" cy="5727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8978FE-87FE-56E0-2790-81AB3BAC27C3}"/>
              </a:ext>
            </a:extLst>
          </p:cNvPr>
          <p:cNvSpPr/>
          <p:nvPr/>
        </p:nvSpPr>
        <p:spPr>
          <a:xfrm>
            <a:off x="4444181" y="0"/>
            <a:ext cx="2212258" cy="363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The Relevance Filter</a:t>
            </a:r>
          </a:p>
        </p:txBody>
      </p:sp>
    </p:spTree>
    <p:extLst>
      <p:ext uri="{BB962C8B-B14F-4D97-AF65-F5344CB8AC3E}">
        <p14:creationId xmlns:p14="http://schemas.microsoft.com/office/powerpoint/2010/main" val="171172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75E30-8835-2194-479C-058CFF66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4" y="643069"/>
            <a:ext cx="4401164" cy="5068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696463-9CD6-CB6D-4E52-4AEC617AF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986" y="1031690"/>
            <a:ext cx="4134427" cy="31151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7624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195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8</cp:revision>
  <dcterms:created xsi:type="dcterms:W3CDTF">2026-03-15T06:05:29Z</dcterms:created>
  <dcterms:modified xsi:type="dcterms:W3CDTF">2026-03-15T14:40:09Z</dcterms:modified>
</cp:coreProperties>
</file>